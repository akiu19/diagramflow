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DiagramFlow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444444"/>
                </a:solidFill>
              </a:defRPr>
            </a:pPr>
            <a:r>
              <a:t>設計書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プロジェクト概要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DiagramFlowは、ノードと接続（コネクション）を使用してフロー図を作成、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編集、管理できるWPFベースの図形編集アプリケーションです。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主な特徴：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MVVM アーキテクチャに基づく設計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直感的なユーザーインターフェース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完全な履歴管理（Undo/Redo）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JSON形式でのファイル保存・読み込み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スムーズなズームとパン操作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技術スタック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フレームワーク：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.NET Framework 4.7.2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C# 7.3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UI技術：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WPF (Windows Presentation Foundation)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アーキテクチャ：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MVVM (Model-View-ViewModel)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主要ライブラリ：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PropertyChanged.Fody：プロパティ変更通知の自動化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ReactiveProperty：リアクティブプログラミング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Newtonsoft.Json：データのシリアル化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Microsoft.Xaml.Behaviors.Wpf：インタラクションビヘイビア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システムアーキテクチャ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MVVMパターンの適用：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View (XAML)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↓ データバインディング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ViewModel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↓ 状態管理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Model / DTO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ディレクトリ構造：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Models：純粋なデータクラス (DTO/Entity)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ViewModels：アプリケーションロジック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Views：XAML, UserControl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Behaviors：キャンバス操作、ドラッグ操作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Services：Undo/Redo、ファイルIO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Converters：値変換用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図形仕様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サポートされる図形：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矩形 (Rectangle/Process)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楕円 (Ellipse/Terminator)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菱形 (Diamond/Decision)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図形の操作：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追加：ツールバーから図形をキャンバスへドラッグ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移動：ドラッグで自由に移動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サイズ変更：リサイズハンドルで調整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テキスト編集：ダブルクリックで編集モード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削除：Deleteキー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制約：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最小サイズ：30x30ピクセル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接続線仕様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接続の基本：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図形間を直線で接続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- 4つの接続ポート（上下左右の中央）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図形移動時に自動追従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作成方法：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図形のポート（接続点）からドラッグ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別の図形のポートへドロップして確定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機能：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自己ループ接続：許可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多重接続：許可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削除：接続を選択してDeleteキー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選択機能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単一選択：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左クリック：図形を選択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他の図形の選択は解除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複数選択：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Ctrl + 左クリック：追加選択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矩形ドラッグ：範囲選択（ラバーバンド選択）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選択解除：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キャンバスの空白領域をクリック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視覚的フィードバック：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選択された図形は枠線が強調表示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ズーム・パン機能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ズーム操作：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Ctrl + マウスホイール：ズームイン/アウト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ダブルクリック：段階的ズーム（アニメーション付き）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ズームスライダー：直接倍率指定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ズーム範囲：10% ～ 400%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ズーム中心：マウスカーソル位置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パン操作：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右クリックドラッグ：キャンバス移動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操作中はカーソルがHandに変更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実装方式：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ScrollViewer + LayoutTransform (ScaleTransform)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スクロールバーとの完全同期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テキスト編集機能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編集モード開始：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図形をダブルクリック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TextBoxが表示される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編集の確定：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Enterキー：確定して終了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フォーカス外クリック：確定して終了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編集のキャンセル：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Escキー：変更を破棄して元のテキストに戻す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特徴：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すべての図形種別で共通の編集方法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インライン編集で直感的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Undo/Redo機能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ショートカット：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Ctrl + Z：元に戻す (Undo)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Ctrl + Y：やり直し (Redo)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対象操作：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図形の追加・削除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図形の移動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図形のサイズ変更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接続線の作成・削除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実装方式：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コマンドパターンの採用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- 2つのスタック（UndoStack、RedoStack）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最大履歴数：100操作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新規操作時にRedoスタックをクリア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クリップボード機能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コピー：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Ctrl + C：選択中の図形をコピー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図形と接続情報をJSON形式で保持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貼り付け：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Ctrl + V：キャンバス中央に貼り付け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新しいIDが自動生成される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削除：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Deleteキー：選択中の図形・接続を削除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特徴：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複数の図形を同時にコピー可能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接続関係も保持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ファイル操作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保存機能：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ツールバーの保存ボタン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JSON形式で保存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保存内容：図形、接続、ズーム率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読み込み機能：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ツールバーの開くボタン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JSONファイルを読み込み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キャンバスを完全復元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新規作成：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ツールバーの新規作成ボタン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確認ダイアログ表示後にキャンバスをクリア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ファイル形式：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Newtonsoft.Jsonを使用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人間が読める形式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データモデル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NodeDto（図形データ）：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ID：一意識別子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X, Y：位置座標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Width, Height：サイズ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Text：表示テキスト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Color：色情報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ShapeType：図形種別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ConnectionDto（接続データ）：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ID：一意識別子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SourceNodeId：接続元図形ID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SourcePort：接続元ポート位置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TargetNodeId：接続先図形ID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TargetPort：接続先ポート位置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DiagramDto（図全体）：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Nodes：図形リスト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Connections：接続リスト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ZoomLevel：ズーム率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操作状態管理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状態遷移モデル：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Idle（待機状態）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↓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Selecting（選択中）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DraggingNode（図形移動中）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ResizingNode（サイズ変更中）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Panning（パン操作中）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Connecting（接続作成中）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排他制御：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同時に複数の操作状態にはならない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各操作の優先順位を明確化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意図しない操作の防止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UI構成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メイン画面レイアウト：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┌─────────────────────┐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│  ツールバー          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│  (図形追加・保存等) 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├─────────────────────┤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│                      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│   ScrollViewer       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│   └─ Canvas          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│      (図形描画領域) 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│                      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├─────────────────────┤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│  ズームスライダー    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└─────────────────────┘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Canvas設定：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サイズ：10000 x 10000ピクセル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自動拡張なし（固定サイズ）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実装計画フェーズ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Phase 1：基盤構築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プロジェクト作成、パッケージ導入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最小構成でデータ表示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Phase 2：キャンバス操作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ズーム・パン機能の実装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Phase 3：図形操作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図形移動、選択機能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Phase 4：接続機能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接続線の描画と作成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Phase 5：履歴管理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Undo/Redoシステム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Phase 6：仕上げ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ファイル保存・読み込み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ブラッシュアップ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テスト方針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基本方針：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各機能と同時にテストコードを実装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フェーズ完了時に必ずテストを実行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テスト対象：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ViewModelのロジック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コマンドの実行・Undo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データのシリアライズ・デシリアライズ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座標計算ロジック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テストフレームワーク：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MSTest / xUnit / NUnit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品質保証：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コードカバレッジの確保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境界値テスト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リグレッションテスト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非機能要件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操作性：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ズーム・パン操作は遅延なくスムーズに反応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高頻度なマウスホイール操作でもUIがフリーズしない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拡張性：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将来的な機能追加を想定した設計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ズーム・パン機構の流用可能性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保守性：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ロジックとUIの明確な分離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コードビハインドの最小化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専用クラスへのロジック分離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パフォーマンス：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大量の図形でも快適に動作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メモリ使用量の最適化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制約事項と設計原則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技術的制約：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.NET Core / .NET 6以降は使用しない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外部UIコントロールライブラリは使用しない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WPF標準機能を基本とする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設計原則（禁止事項）：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Viewから直接Model操作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Serializer内でCommand実行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Undo処理でJSON再生成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MVVM厳守：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View：表示と入力のみ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ViewModel：状態・Command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Model/DTO：純データ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将来拡張の可能性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現在非対応（将来検討）：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図形機能：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図形の回転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追加の図形種別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グループ化機能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編集機能：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グリッド表示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スナップ吸着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オートセーブ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UI機能：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ミニマップ表示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タッチ操作対応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ダークモード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ファイル機能：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画像エクスポート（PNG, SVG等）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他形式のインポート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DiagramFlowは、WPFベースの本格的な図形編集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アプリケーションです。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主な特徴：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MVVM アーキテクチャ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直感的なユーザー操作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完全な履歴管理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JSON形式での永続化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実装方針：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フェーズ分割による段階的開発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テスト駆動開発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✓ 保守性と拡張性を重視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本設計書に基づき、品質の高いアプリケーションを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構築します。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